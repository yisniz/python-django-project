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9" r:id="rId5"/>
    <p:sldId id="260" r:id="rId6"/>
    <p:sldId id="271" r:id="rId7"/>
    <p:sldId id="274" r:id="rId8"/>
    <p:sldId id="273" r:id="rId9"/>
    <p:sldId id="272" r:id="rId10"/>
    <p:sldId id="275" r:id="rId11"/>
    <p:sldId id="276" r:id="rId12"/>
    <p:sldId id="277" r:id="rId13"/>
    <p:sldId id="27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69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DCC1950-DAB5-45D6-AD83-1A380C2BCE3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C72F24C-A057-4118-86C4-322CE5534275}">
      <dgm:prSet/>
      <dgm:spPr/>
      <dgm:t>
        <a:bodyPr/>
        <a:lstStyle/>
        <a:p>
          <a:pPr>
            <a:defRPr cap="all"/>
          </a:pPr>
          <a:r>
            <a:rPr lang="en-US"/>
            <a:t>Django provides a built-in User model</a:t>
          </a:r>
        </a:p>
      </dgm:t>
    </dgm:pt>
    <dgm:pt modelId="{2B3D24B3-9CA1-46C4-98F8-CAE224AE043F}" type="parTrans" cxnId="{8DEA0C80-C5FB-44F4-8B6E-E44126819394}">
      <dgm:prSet/>
      <dgm:spPr/>
      <dgm:t>
        <a:bodyPr/>
        <a:lstStyle/>
        <a:p>
          <a:endParaRPr lang="en-US"/>
        </a:p>
      </dgm:t>
    </dgm:pt>
    <dgm:pt modelId="{5B4FCEB0-CF95-4883-84AC-5F505927D838}" type="sibTrans" cxnId="{8DEA0C80-C5FB-44F4-8B6E-E44126819394}">
      <dgm:prSet/>
      <dgm:spPr/>
      <dgm:t>
        <a:bodyPr/>
        <a:lstStyle/>
        <a:p>
          <a:endParaRPr lang="en-US"/>
        </a:p>
      </dgm:t>
    </dgm:pt>
    <dgm:pt modelId="{6FD97C02-3245-451B-A5BE-02FCF1D976D1}">
      <dgm:prSet/>
      <dgm:spPr/>
      <dgm:t>
        <a:bodyPr/>
        <a:lstStyle/>
        <a:p>
          <a:pPr>
            <a:defRPr cap="all"/>
          </a:pPr>
          <a:r>
            <a:rPr lang="en-US"/>
            <a:t>Supports login, logout, permissions</a:t>
          </a:r>
        </a:p>
      </dgm:t>
    </dgm:pt>
    <dgm:pt modelId="{BE9A3039-1261-47D9-AC2E-17C843656710}" type="parTrans" cxnId="{2B1CE24F-1AC2-4DC3-B8BC-766ED4B00EF3}">
      <dgm:prSet/>
      <dgm:spPr/>
      <dgm:t>
        <a:bodyPr/>
        <a:lstStyle/>
        <a:p>
          <a:endParaRPr lang="en-US"/>
        </a:p>
      </dgm:t>
    </dgm:pt>
    <dgm:pt modelId="{36A3C0F6-F124-401D-A46D-AC0D63B2A480}" type="sibTrans" cxnId="{2B1CE24F-1AC2-4DC3-B8BC-766ED4B00EF3}">
      <dgm:prSet/>
      <dgm:spPr/>
      <dgm:t>
        <a:bodyPr/>
        <a:lstStyle/>
        <a:p>
          <a:endParaRPr lang="en-US"/>
        </a:p>
      </dgm:t>
    </dgm:pt>
    <dgm:pt modelId="{627DDEA4-DBE2-4531-B712-9E3289F66C13}">
      <dgm:prSet/>
      <dgm:spPr/>
      <dgm:t>
        <a:bodyPr/>
        <a:lstStyle/>
        <a:p>
          <a:pPr>
            <a:defRPr cap="all"/>
          </a:pPr>
          <a:r>
            <a:rPr lang="en-US"/>
            <a:t>Can be extended when needed</a:t>
          </a:r>
        </a:p>
      </dgm:t>
    </dgm:pt>
    <dgm:pt modelId="{08671478-A859-4357-81E9-6A9C87CF63DB}" type="parTrans" cxnId="{EF2C5204-7D5C-4E93-832D-64BF9EE0473A}">
      <dgm:prSet/>
      <dgm:spPr/>
      <dgm:t>
        <a:bodyPr/>
        <a:lstStyle/>
        <a:p>
          <a:endParaRPr lang="en-US"/>
        </a:p>
      </dgm:t>
    </dgm:pt>
    <dgm:pt modelId="{343A30A5-52A8-4984-83AD-16FD126E768B}" type="sibTrans" cxnId="{EF2C5204-7D5C-4E93-832D-64BF9EE0473A}">
      <dgm:prSet/>
      <dgm:spPr/>
      <dgm:t>
        <a:bodyPr/>
        <a:lstStyle/>
        <a:p>
          <a:endParaRPr lang="en-US"/>
        </a:p>
      </dgm:t>
    </dgm:pt>
    <dgm:pt modelId="{9BB3D9AB-0C11-487E-A7EC-6BF633C8CB7F}" type="pres">
      <dgm:prSet presAssocID="{2DCC1950-DAB5-45D6-AD83-1A380C2BCE37}" presName="root" presStyleCnt="0">
        <dgm:presLayoutVars>
          <dgm:dir/>
          <dgm:resizeHandles val="exact"/>
        </dgm:presLayoutVars>
      </dgm:prSet>
      <dgm:spPr/>
    </dgm:pt>
    <dgm:pt modelId="{7B3ABC52-5088-45CF-B7D3-6B2F20F5DE07}" type="pres">
      <dgm:prSet presAssocID="{2C72F24C-A057-4118-86C4-322CE5534275}" presName="compNode" presStyleCnt="0"/>
      <dgm:spPr/>
    </dgm:pt>
    <dgm:pt modelId="{A22B9096-AC75-47D0-8C8A-F043C9B7B121}" type="pres">
      <dgm:prSet presAssocID="{2C72F24C-A057-4118-86C4-322CE5534275}" presName="iconBgRect" presStyleLbl="bgShp" presStyleIdx="0" presStyleCnt="3"/>
      <dgm:spPr/>
    </dgm:pt>
    <dgm:pt modelId="{7D73FE46-6E56-48FF-8C32-24416BB21E0F}" type="pres">
      <dgm:prSet presAssocID="{2C72F24C-A057-4118-86C4-322CE553427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J"/>
        </a:ext>
      </dgm:extLst>
    </dgm:pt>
    <dgm:pt modelId="{FEEF8354-85C6-4DF8-B3F3-DBA4F8D79DA4}" type="pres">
      <dgm:prSet presAssocID="{2C72F24C-A057-4118-86C4-322CE5534275}" presName="spaceRect" presStyleCnt="0"/>
      <dgm:spPr/>
    </dgm:pt>
    <dgm:pt modelId="{FA867BE7-3CCC-4EE4-A005-D75912AFA47E}" type="pres">
      <dgm:prSet presAssocID="{2C72F24C-A057-4118-86C4-322CE5534275}" presName="textRect" presStyleLbl="revTx" presStyleIdx="0" presStyleCnt="3">
        <dgm:presLayoutVars>
          <dgm:chMax val="1"/>
          <dgm:chPref val="1"/>
        </dgm:presLayoutVars>
      </dgm:prSet>
      <dgm:spPr/>
    </dgm:pt>
    <dgm:pt modelId="{4DD1AC80-21E0-4705-92E6-1D4B1CDE531C}" type="pres">
      <dgm:prSet presAssocID="{5B4FCEB0-CF95-4883-84AC-5F505927D838}" presName="sibTrans" presStyleCnt="0"/>
      <dgm:spPr/>
    </dgm:pt>
    <dgm:pt modelId="{0F258A68-501F-401F-A027-1D2B083FF147}" type="pres">
      <dgm:prSet presAssocID="{6FD97C02-3245-451B-A5BE-02FCF1D976D1}" presName="compNode" presStyleCnt="0"/>
      <dgm:spPr/>
    </dgm:pt>
    <dgm:pt modelId="{96A8F8E7-7C06-4651-A6F4-C7D033A1E25B}" type="pres">
      <dgm:prSet presAssocID="{6FD97C02-3245-451B-A5BE-02FCF1D976D1}" presName="iconBgRect" presStyleLbl="bgShp" presStyleIdx="1" presStyleCnt="3"/>
      <dgm:spPr/>
    </dgm:pt>
    <dgm:pt modelId="{EF068FC9-45D1-4B29-97EC-F35BA19FC4E4}" type="pres">
      <dgm:prSet presAssocID="{6FD97C02-3245-451B-A5BE-02FCF1D976D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terpillar"/>
        </a:ext>
      </dgm:extLst>
    </dgm:pt>
    <dgm:pt modelId="{C33A05F0-69E9-4AE2-82E5-D9945F571454}" type="pres">
      <dgm:prSet presAssocID="{6FD97C02-3245-451B-A5BE-02FCF1D976D1}" presName="spaceRect" presStyleCnt="0"/>
      <dgm:spPr/>
    </dgm:pt>
    <dgm:pt modelId="{CB548829-BDA5-4B8F-AD5E-2214283058DE}" type="pres">
      <dgm:prSet presAssocID="{6FD97C02-3245-451B-A5BE-02FCF1D976D1}" presName="textRect" presStyleLbl="revTx" presStyleIdx="1" presStyleCnt="3">
        <dgm:presLayoutVars>
          <dgm:chMax val="1"/>
          <dgm:chPref val="1"/>
        </dgm:presLayoutVars>
      </dgm:prSet>
      <dgm:spPr/>
    </dgm:pt>
    <dgm:pt modelId="{F918C2C6-2AD9-4FE6-A5DC-E6F8F6183E45}" type="pres">
      <dgm:prSet presAssocID="{36A3C0F6-F124-401D-A46D-AC0D63B2A480}" presName="sibTrans" presStyleCnt="0"/>
      <dgm:spPr/>
    </dgm:pt>
    <dgm:pt modelId="{095C7D4B-9923-4328-B205-08F356E59B65}" type="pres">
      <dgm:prSet presAssocID="{627DDEA4-DBE2-4531-B712-9E3289F66C13}" presName="compNode" presStyleCnt="0"/>
      <dgm:spPr/>
    </dgm:pt>
    <dgm:pt modelId="{32ADF6AD-92B8-4604-A59D-9132D8178391}" type="pres">
      <dgm:prSet presAssocID="{627DDEA4-DBE2-4531-B712-9E3289F66C13}" presName="iconBgRect" presStyleLbl="bgShp" presStyleIdx="2" presStyleCnt="3"/>
      <dgm:spPr/>
    </dgm:pt>
    <dgm:pt modelId="{9B25EEC3-2540-4BD5-BA71-389B273F5B4F}" type="pres">
      <dgm:prSet presAssocID="{627DDEA4-DBE2-4531-B712-9E3289F66C1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6E8B1E9-43F2-4915-B5E1-D8314465C406}" type="pres">
      <dgm:prSet presAssocID="{627DDEA4-DBE2-4531-B712-9E3289F66C13}" presName="spaceRect" presStyleCnt="0"/>
      <dgm:spPr/>
    </dgm:pt>
    <dgm:pt modelId="{349AA6D7-D837-486E-BD3C-400186A6C1FB}" type="pres">
      <dgm:prSet presAssocID="{627DDEA4-DBE2-4531-B712-9E3289F66C1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F2C5204-7D5C-4E93-832D-64BF9EE0473A}" srcId="{2DCC1950-DAB5-45D6-AD83-1A380C2BCE37}" destId="{627DDEA4-DBE2-4531-B712-9E3289F66C13}" srcOrd="2" destOrd="0" parTransId="{08671478-A859-4357-81E9-6A9C87CF63DB}" sibTransId="{343A30A5-52A8-4984-83AD-16FD126E768B}"/>
    <dgm:cxn modelId="{6EB04D6C-29E3-4C08-A2F8-F7F6B59C34D1}" type="presOf" srcId="{6FD97C02-3245-451B-A5BE-02FCF1D976D1}" destId="{CB548829-BDA5-4B8F-AD5E-2214283058DE}" srcOrd="0" destOrd="0" presId="urn:microsoft.com/office/officeart/2018/5/layout/IconCircleLabelList"/>
    <dgm:cxn modelId="{E3A3EB6E-93B7-4283-B545-CF78F6DACDB8}" type="presOf" srcId="{2DCC1950-DAB5-45D6-AD83-1A380C2BCE37}" destId="{9BB3D9AB-0C11-487E-A7EC-6BF633C8CB7F}" srcOrd="0" destOrd="0" presId="urn:microsoft.com/office/officeart/2018/5/layout/IconCircleLabelList"/>
    <dgm:cxn modelId="{2B1CE24F-1AC2-4DC3-B8BC-766ED4B00EF3}" srcId="{2DCC1950-DAB5-45D6-AD83-1A380C2BCE37}" destId="{6FD97C02-3245-451B-A5BE-02FCF1D976D1}" srcOrd="1" destOrd="0" parTransId="{BE9A3039-1261-47D9-AC2E-17C843656710}" sibTransId="{36A3C0F6-F124-401D-A46D-AC0D63B2A480}"/>
    <dgm:cxn modelId="{B3DD8773-0E50-472A-9AB4-78D9453FEFC1}" type="presOf" srcId="{2C72F24C-A057-4118-86C4-322CE5534275}" destId="{FA867BE7-3CCC-4EE4-A005-D75912AFA47E}" srcOrd="0" destOrd="0" presId="urn:microsoft.com/office/officeart/2018/5/layout/IconCircleLabelList"/>
    <dgm:cxn modelId="{8DEA0C80-C5FB-44F4-8B6E-E44126819394}" srcId="{2DCC1950-DAB5-45D6-AD83-1A380C2BCE37}" destId="{2C72F24C-A057-4118-86C4-322CE5534275}" srcOrd="0" destOrd="0" parTransId="{2B3D24B3-9CA1-46C4-98F8-CAE224AE043F}" sibTransId="{5B4FCEB0-CF95-4883-84AC-5F505927D838}"/>
    <dgm:cxn modelId="{5067E7B9-53AD-46D1-9A25-82AB22ECD82F}" type="presOf" srcId="{627DDEA4-DBE2-4531-B712-9E3289F66C13}" destId="{349AA6D7-D837-486E-BD3C-400186A6C1FB}" srcOrd="0" destOrd="0" presId="urn:microsoft.com/office/officeart/2018/5/layout/IconCircleLabelList"/>
    <dgm:cxn modelId="{361F0CCE-4C52-42B5-8B6C-1C7D0A6F1795}" type="presParOf" srcId="{9BB3D9AB-0C11-487E-A7EC-6BF633C8CB7F}" destId="{7B3ABC52-5088-45CF-B7D3-6B2F20F5DE07}" srcOrd="0" destOrd="0" presId="urn:microsoft.com/office/officeart/2018/5/layout/IconCircleLabelList"/>
    <dgm:cxn modelId="{3725F975-5547-452E-B59C-9BDCB42E50B1}" type="presParOf" srcId="{7B3ABC52-5088-45CF-B7D3-6B2F20F5DE07}" destId="{A22B9096-AC75-47D0-8C8A-F043C9B7B121}" srcOrd="0" destOrd="0" presId="urn:microsoft.com/office/officeart/2018/5/layout/IconCircleLabelList"/>
    <dgm:cxn modelId="{2B32961F-B483-4B6D-9920-F085A04C2AA3}" type="presParOf" srcId="{7B3ABC52-5088-45CF-B7D3-6B2F20F5DE07}" destId="{7D73FE46-6E56-48FF-8C32-24416BB21E0F}" srcOrd="1" destOrd="0" presId="urn:microsoft.com/office/officeart/2018/5/layout/IconCircleLabelList"/>
    <dgm:cxn modelId="{FC4D0C09-E56A-421E-9F4A-D57F9A886FF9}" type="presParOf" srcId="{7B3ABC52-5088-45CF-B7D3-6B2F20F5DE07}" destId="{FEEF8354-85C6-4DF8-B3F3-DBA4F8D79DA4}" srcOrd="2" destOrd="0" presId="urn:microsoft.com/office/officeart/2018/5/layout/IconCircleLabelList"/>
    <dgm:cxn modelId="{5539BD68-3846-454A-A427-6C0E7407859D}" type="presParOf" srcId="{7B3ABC52-5088-45CF-B7D3-6B2F20F5DE07}" destId="{FA867BE7-3CCC-4EE4-A005-D75912AFA47E}" srcOrd="3" destOrd="0" presId="urn:microsoft.com/office/officeart/2018/5/layout/IconCircleLabelList"/>
    <dgm:cxn modelId="{2887086E-70C2-4E18-AD58-54C0AE5C0050}" type="presParOf" srcId="{9BB3D9AB-0C11-487E-A7EC-6BF633C8CB7F}" destId="{4DD1AC80-21E0-4705-92E6-1D4B1CDE531C}" srcOrd="1" destOrd="0" presId="urn:microsoft.com/office/officeart/2018/5/layout/IconCircleLabelList"/>
    <dgm:cxn modelId="{BF081E78-DEE4-4908-9DC0-666683850C10}" type="presParOf" srcId="{9BB3D9AB-0C11-487E-A7EC-6BF633C8CB7F}" destId="{0F258A68-501F-401F-A027-1D2B083FF147}" srcOrd="2" destOrd="0" presId="urn:microsoft.com/office/officeart/2018/5/layout/IconCircleLabelList"/>
    <dgm:cxn modelId="{78B9D073-5521-4F0A-AA13-F59E6F74A39E}" type="presParOf" srcId="{0F258A68-501F-401F-A027-1D2B083FF147}" destId="{96A8F8E7-7C06-4651-A6F4-C7D033A1E25B}" srcOrd="0" destOrd="0" presId="urn:microsoft.com/office/officeart/2018/5/layout/IconCircleLabelList"/>
    <dgm:cxn modelId="{D062D9B3-2F52-432A-BA62-3004119D73CC}" type="presParOf" srcId="{0F258A68-501F-401F-A027-1D2B083FF147}" destId="{EF068FC9-45D1-4B29-97EC-F35BA19FC4E4}" srcOrd="1" destOrd="0" presId="urn:microsoft.com/office/officeart/2018/5/layout/IconCircleLabelList"/>
    <dgm:cxn modelId="{B48058DA-998F-4AA6-9951-4F46FDD7DD2B}" type="presParOf" srcId="{0F258A68-501F-401F-A027-1D2B083FF147}" destId="{C33A05F0-69E9-4AE2-82E5-D9945F571454}" srcOrd="2" destOrd="0" presId="urn:microsoft.com/office/officeart/2018/5/layout/IconCircleLabelList"/>
    <dgm:cxn modelId="{F9A405B6-E448-4739-AF88-A113815218F4}" type="presParOf" srcId="{0F258A68-501F-401F-A027-1D2B083FF147}" destId="{CB548829-BDA5-4B8F-AD5E-2214283058DE}" srcOrd="3" destOrd="0" presId="urn:microsoft.com/office/officeart/2018/5/layout/IconCircleLabelList"/>
    <dgm:cxn modelId="{C285D976-4026-4FF7-9B06-7378371E6643}" type="presParOf" srcId="{9BB3D9AB-0C11-487E-A7EC-6BF633C8CB7F}" destId="{F918C2C6-2AD9-4FE6-A5DC-E6F8F6183E45}" srcOrd="3" destOrd="0" presId="urn:microsoft.com/office/officeart/2018/5/layout/IconCircleLabelList"/>
    <dgm:cxn modelId="{379A0A5B-64E4-46E6-8622-268FB46A4A90}" type="presParOf" srcId="{9BB3D9AB-0C11-487E-A7EC-6BF633C8CB7F}" destId="{095C7D4B-9923-4328-B205-08F356E59B65}" srcOrd="4" destOrd="0" presId="urn:microsoft.com/office/officeart/2018/5/layout/IconCircleLabelList"/>
    <dgm:cxn modelId="{A33B5234-E1B9-4E86-A0A9-735EC00636B4}" type="presParOf" srcId="{095C7D4B-9923-4328-B205-08F356E59B65}" destId="{32ADF6AD-92B8-4604-A59D-9132D8178391}" srcOrd="0" destOrd="0" presId="urn:microsoft.com/office/officeart/2018/5/layout/IconCircleLabelList"/>
    <dgm:cxn modelId="{B8208CB7-F00A-448D-BDE3-E2B78765D347}" type="presParOf" srcId="{095C7D4B-9923-4328-B205-08F356E59B65}" destId="{9B25EEC3-2540-4BD5-BA71-389B273F5B4F}" srcOrd="1" destOrd="0" presId="urn:microsoft.com/office/officeart/2018/5/layout/IconCircleLabelList"/>
    <dgm:cxn modelId="{8787FF53-83A2-4179-8378-86C35B036087}" type="presParOf" srcId="{095C7D4B-9923-4328-B205-08F356E59B65}" destId="{F6E8B1E9-43F2-4915-B5E1-D8314465C406}" srcOrd="2" destOrd="0" presId="urn:microsoft.com/office/officeart/2018/5/layout/IconCircleLabelList"/>
    <dgm:cxn modelId="{11972865-134D-46CC-80A6-1B9B67FAE527}" type="presParOf" srcId="{095C7D4B-9923-4328-B205-08F356E59B65}" destId="{349AA6D7-D837-486E-BD3C-400186A6C1F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EEA403B-E68A-4D73-9C84-B4C27D20141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5E2D01E-D92A-4365-852F-BB33A8D6FA94}">
      <dgm:prSet custT="1"/>
      <dgm:spPr/>
      <dgm:t>
        <a:bodyPr/>
        <a:lstStyle/>
        <a:p>
          <a:r>
            <a:rPr lang="en-US" sz="5000" dirty="0"/>
            <a:t>1. </a:t>
          </a:r>
          <a:r>
            <a:rPr lang="en-US" sz="4000" dirty="0"/>
            <a:t>Custom User Model (Inheritance)</a:t>
          </a:r>
          <a:endParaRPr lang="en-US" sz="5000" dirty="0"/>
        </a:p>
      </dgm:t>
    </dgm:pt>
    <dgm:pt modelId="{CF33A190-7D39-4ED8-B5D8-04AA15DCF494}" type="parTrans" cxnId="{CA542F63-723B-4221-8FB1-8370FB34D735}">
      <dgm:prSet/>
      <dgm:spPr/>
      <dgm:t>
        <a:bodyPr/>
        <a:lstStyle/>
        <a:p>
          <a:endParaRPr lang="en-US"/>
        </a:p>
      </dgm:t>
    </dgm:pt>
    <dgm:pt modelId="{842794DC-2E17-49CD-9446-2458997D5DBE}" type="sibTrans" cxnId="{CA542F63-723B-4221-8FB1-8370FB34D735}">
      <dgm:prSet/>
      <dgm:spPr/>
      <dgm:t>
        <a:bodyPr/>
        <a:lstStyle/>
        <a:p>
          <a:endParaRPr lang="en-US"/>
        </a:p>
      </dgm:t>
    </dgm:pt>
    <dgm:pt modelId="{1DA0C03F-AD4B-4A6C-B453-818FBE45F7A1}">
      <dgm:prSet custT="1"/>
      <dgm:spPr/>
      <dgm:t>
        <a:bodyPr/>
        <a:lstStyle/>
        <a:p>
          <a:r>
            <a:rPr lang="en-US" sz="5000" dirty="0"/>
            <a:t>2. </a:t>
          </a:r>
          <a:r>
            <a:rPr lang="en-US" sz="3200" dirty="0"/>
            <a:t>Profile Model (</a:t>
          </a:r>
          <a:r>
            <a:rPr lang="en-US" sz="3200" dirty="0" err="1"/>
            <a:t>ForeignKey</a:t>
          </a:r>
          <a:r>
            <a:rPr lang="en-US" sz="3200" dirty="0"/>
            <a:t> / </a:t>
          </a:r>
          <a:r>
            <a:rPr lang="en-US" sz="3200" dirty="0" err="1"/>
            <a:t>OneToOne</a:t>
          </a:r>
          <a:r>
            <a:rPr lang="en-US" sz="3200" dirty="0"/>
            <a:t>)</a:t>
          </a:r>
          <a:endParaRPr lang="en-US" sz="5000" dirty="0"/>
        </a:p>
      </dgm:t>
    </dgm:pt>
    <dgm:pt modelId="{5D0E3D4B-CBC6-4BDD-884F-41C9C5D49D9A}" type="parTrans" cxnId="{229CF0AE-5ADD-4BAB-B70B-606E31AB1EBD}">
      <dgm:prSet/>
      <dgm:spPr/>
      <dgm:t>
        <a:bodyPr/>
        <a:lstStyle/>
        <a:p>
          <a:endParaRPr lang="en-US"/>
        </a:p>
      </dgm:t>
    </dgm:pt>
    <dgm:pt modelId="{641FF6AE-AE4E-4424-AEBC-8FC01C2A7879}" type="sibTrans" cxnId="{229CF0AE-5ADD-4BAB-B70B-606E31AB1EBD}">
      <dgm:prSet/>
      <dgm:spPr/>
      <dgm:t>
        <a:bodyPr/>
        <a:lstStyle/>
        <a:p>
          <a:endParaRPr lang="en-US"/>
        </a:p>
      </dgm:t>
    </dgm:pt>
    <dgm:pt modelId="{A546D6FB-25B1-4E4F-9836-4ABFC04240BE}" type="pres">
      <dgm:prSet presAssocID="{2EEA403B-E68A-4D73-9C84-B4C27D201418}" presName="linear" presStyleCnt="0">
        <dgm:presLayoutVars>
          <dgm:animLvl val="lvl"/>
          <dgm:resizeHandles val="exact"/>
        </dgm:presLayoutVars>
      </dgm:prSet>
      <dgm:spPr/>
    </dgm:pt>
    <dgm:pt modelId="{12FB2A4D-92E9-429D-A2D6-5947EDF65895}" type="pres">
      <dgm:prSet presAssocID="{45E2D01E-D92A-4365-852F-BB33A8D6FA9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E8CA738-EE05-4A0C-8536-B1F35260AB99}" type="pres">
      <dgm:prSet presAssocID="{842794DC-2E17-49CD-9446-2458997D5DBE}" presName="spacer" presStyleCnt="0"/>
      <dgm:spPr/>
    </dgm:pt>
    <dgm:pt modelId="{6DEF9275-F6A9-49A4-9FAB-4F00A09C4A63}" type="pres">
      <dgm:prSet presAssocID="{1DA0C03F-AD4B-4A6C-B453-818FBE45F7A1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CA542F63-723B-4221-8FB1-8370FB34D735}" srcId="{2EEA403B-E68A-4D73-9C84-B4C27D201418}" destId="{45E2D01E-D92A-4365-852F-BB33A8D6FA94}" srcOrd="0" destOrd="0" parTransId="{CF33A190-7D39-4ED8-B5D8-04AA15DCF494}" sibTransId="{842794DC-2E17-49CD-9446-2458997D5DBE}"/>
    <dgm:cxn modelId="{0A65F154-8D7E-43E8-BDBF-8B05FCEF022D}" type="presOf" srcId="{2EEA403B-E68A-4D73-9C84-B4C27D201418}" destId="{A546D6FB-25B1-4E4F-9836-4ABFC04240BE}" srcOrd="0" destOrd="0" presId="urn:microsoft.com/office/officeart/2005/8/layout/vList2"/>
    <dgm:cxn modelId="{229CF0AE-5ADD-4BAB-B70B-606E31AB1EBD}" srcId="{2EEA403B-E68A-4D73-9C84-B4C27D201418}" destId="{1DA0C03F-AD4B-4A6C-B453-818FBE45F7A1}" srcOrd="1" destOrd="0" parTransId="{5D0E3D4B-CBC6-4BDD-884F-41C9C5D49D9A}" sibTransId="{641FF6AE-AE4E-4424-AEBC-8FC01C2A7879}"/>
    <dgm:cxn modelId="{518548B7-6983-4F46-ACFB-5CDF9D8E3323}" type="presOf" srcId="{1DA0C03F-AD4B-4A6C-B453-818FBE45F7A1}" destId="{6DEF9275-F6A9-49A4-9FAB-4F00A09C4A63}" srcOrd="0" destOrd="0" presId="urn:microsoft.com/office/officeart/2005/8/layout/vList2"/>
    <dgm:cxn modelId="{7135E4BA-DA3D-41DD-94BE-8911E82EEC43}" type="presOf" srcId="{45E2D01E-D92A-4365-852F-BB33A8D6FA94}" destId="{12FB2A4D-92E9-429D-A2D6-5947EDF65895}" srcOrd="0" destOrd="0" presId="urn:microsoft.com/office/officeart/2005/8/layout/vList2"/>
    <dgm:cxn modelId="{D8A0DC5E-0335-4A94-928D-660C0787717C}" type="presParOf" srcId="{A546D6FB-25B1-4E4F-9836-4ABFC04240BE}" destId="{12FB2A4D-92E9-429D-A2D6-5947EDF65895}" srcOrd="0" destOrd="0" presId="urn:microsoft.com/office/officeart/2005/8/layout/vList2"/>
    <dgm:cxn modelId="{70CE291C-ECB5-4CF0-9D68-BD05BD8C1BC0}" type="presParOf" srcId="{A546D6FB-25B1-4E4F-9836-4ABFC04240BE}" destId="{DE8CA738-EE05-4A0C-8536-B1F35260AB99}" srcOrd="1" destOrd="0" presId="urn:microsoft.com/office/officeart/2005/8/layout/vList2"/>
    <dgm:cxn modelId="{3BF83888-F55F-4C69-BB3B-4132BABC5CC3}" type="presParOf" srcId="{A546D6FB-25B1-4E4F-9836-4ABFC04240BE}" destId="{6DEF9275-F6A9-49A4-9FAB-4F00A09C4A63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2B9096-AC75-47D0-8C8A-F043C9B7B121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73FE46-6E56-48FF-8C32-24416BB21E0F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867BE7-3CCC-4EE4-A005-D75912AFA47E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Django provides a built-in User model</a:t>
          </a:r>
        </a:p>
      </dsp:txBody>
      <dsp:txXfrm>
        <a:off x="46529" y="2703902"/>
        <a:ext cx="2418750" cy="720000"/>
      </dsp:txXfrm>
    </dsp:sp>
    <dsp:sp modelId="{96A8F8E7-7C06-4651-A6F4-C7D033A1E25B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068FC9-45D1-4B29-97EC-F35BA19FC4E4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548829-BDA5-4B8F-AD5E-2214283058DE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Supports login, logout, permissions</a:t>
          </a:r>
        </a:p>
      </dsp:txBody>
      <dsp:txXfrm>
        <a:off x="2888560" y="2703902"/>
        <a:ext cx="2418750" cy="720000"/>
      </dsp:txXfrm>
    </dsp:sp>
    <dsp:sp modelId="{32ADF6AD-92B8-4604-A59D-9132D8178391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25EEC3-2540-4BD5-BA71-389B273F5B4F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9AA6D7-D837-486E-BD3C-400186A6C1FB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Can be extended when needed</a:t>
          </a:r>
        </a:p>
      </dsp:txBody>
      <dsp:txXfrm>
        <a:off x="5730591" y="2703902"/>
        <a:ext cx="24187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FB2A4D-92E9-429D-A2D6-5947EDF65895}">
      <dsp:nvSpPr>
        <dsp:cNvPr id="0" name=""/>
        <dsp:cNvSpPr/>
      </dsp:nvSpPr>
      <dsp:spPr>
        <a:xfrm>
          <a:off x="0" y="786002"/>
          <a:ext cx="8195871" cy="1216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 dirty="0"/>
            <a:t>1. </a:t>
          </a:r>
          <a:r>
            <a:rPr lang="en-US" sz="4000" kern="1200" dirty="0"/>
            <a:t>Custom User Model (Inheritance)</a:t>
          </a:r>
          <a:endParaRPr lang="en-US" sz="5000" kern="1200" dirty="0"/>
        </a:p>
      </dsp:txBody>
      <dsp:txXfrm>
        <a:off x="59399" y="845401"/>
        <a:ext cx="8077073" cy="1098002"/>
      </dsp:txXfrm>
    </dsp:sp>
    <dsp:sp modelId="{6DEF9275-F6A9-49A4-9FAB-4F00A09C4A63}">
      <dsp:nvSpPr>
        <dsp:cNvPr id="0" name=""/>
        <dsp:cNvSpPr/>
      </dsp:nvSpPr>
      <dsp:spPr>
        <a:xfrm>
          <a:off x="0" y="2190002"/>
          <a:ext cx="8195871" cy="121680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 dirty="0"/>
            <a:t>2. </a:t>
          </a:r>
          <a:r>
            <a:rPr lang="en-US" sz="3200" kern="1200" dirty="0"/>
            <a:t>Profile Model (</a:t>
          </a:r>
          <a:r>
            <a:rPr lang="en-US" sz="3200" kern="1200" dirty="0" err="1"/>
            <a:t>ForeignKey</a:t>
          </a:r>
          <a:r>
            <a:rPr lang="en-US" sz="3200" kern="1200" dirty="0"/>
            <a:t> / </a:t>
          </a:r>
          <a:r>
            <a:rPr lang="en-US" sz="3200" kern="1200" dirty="0" err="1"/>
            <a:t>OneToOne</a:t>
          </a:r>
          <a:r>
            <a:rPr lang="en-US" sz="3200" kern="1200" dirty="0"/>
            <a:t>)</a:t>
          </a:r>
          <a:endParaRPr lang="en-US" sz="5000" kern="1200" dirty="0"/>
        </a:p>
      </dsp:txBody>
      <dsp:txXfrm>
        <a:off x="59399" y="2249401"/>
        <a:ext cx="8077073" cy="10980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9144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41640" y="-1720"/>
            <a:ext cx="881253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4540" y="-1291"/>
            <a:ext cx="2706134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3923854" y="1402819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0148" y="818984"/>
            <a:ext cx="4947184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Django Auth with Extra User Details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735" y="4480038"/>
            <a:ext cx="9134528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368117" y="2081692"/>
            <a:ext cx="6857572" cy="269419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Django Default Authentication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EB660D3-3B9D-796D-3EB1-14DEE6F520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657215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Two Ways to Add Extra User Data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8C80CA8-86BD-DDC9-3758-A89CE19E1F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295875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F099F6-0891-ABAB-47D3-105B7C993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118" y="735106"/>
            <a:ext cx="7540322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dirty="0">
                <a:solidFill>
                  <a:srgbClr val="FFFFFF"/>
                </a:solidFill>
              </a:rPr>
              <a:t>Option A: Custom User Model</a:t>
            </a:r>
            <a:endParaRPr lang="en-US" sz="42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954C9EB-866C-5ED8-73CC-82E153A85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9767" y="4765946"/>
            <a:ext cx="7293023" cy="1701542"/>
          </a:xfrm>
        </p:spPr>
        <p:txBody>
          <a:bodyPr anchor="ctr">
            <a:normAutofit/>
          </a:bodyPr>
          <a:lstStyle/>
          <a:p>
            <a:r>
              <a:rPr lang="en-US" sz="2400" dirty="0"/>
              <a:t>Inherit from </a:t>
            </a:r>
            <a:r>
              <a:rPr lang="en-US" sz="2400" dirty="0" err="1"/>
              <a:t>AbstractUser</a:t>
            </a:r>
            <a:endParaRPr lang="en-US" sz="2400" dirty="0"/>
          </a:p>
          <a:p>
            <a:r>
              <a:rPr lang="en-US" sz="2400" dirty="0"/>
              <a:t>Best for new projects</a:t>
            </a:r>
          </a:p>
          <a:p>
            <a:r>
              <a:rPr lang="en-US" sz="2400" dirty="0"/>
              <a:t>Full control over user fields</a:t>
            </a:r>
          </a:p>
        </p:txBody>
      </p:sp>
    </p:spTree>
    <p:extLst>
      <p:ext uri="{BB962C8B-B14F-4D97-AF65-F5344CB8AC3E}">
        <p14:creationId xmlns:p14="http://schemas.microsoft.com/office/powerpoint/2010/main" val="1292328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7179715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600" dirty="0">
                <a:solidFill>
                  <a:schemeClr val="bg1"/>
                </a:solidFill>
              </a:rPr>
              <a:t>Step 1: Create a custom user model</a:t>
            </a:r>
            <a:endParaRPr lang="en-US" sz="35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E0DD52-BDD6-D099-122E-BF4243F8C0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769"/>
          <a:stretch>
            <a:fillRect/>
          </a:stretch>
        </p:blipFill>
        <p:spPr>
          <a:xfrm>
            <a:off x="324168" y="2060897"/>
            <a:ext cx="8495662" cy="42629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9500C0-1222-9EA5-E1F1-813B3FF4F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4BA3763-036E-3A46-97E0-D076E2093C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E2E4153-BB5B-84E1-8BEA-8640098FA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EC9A734-4B2D-3BB6-3D20-B99386F2D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EA73FC8-5AD7-DB4C-01E2-5360D3F7E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70A625-D686-F6F0-109F-0A6436D26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7179715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600" dirty="0">
                <a:solidFill>
                  <a:schemeClr val="bg1"/>
                </a:solidFill>
              </a:rPr>
              <a:t>Step 2: Tell Django to use it</a:t>
            </a:r>
            <a:endParaRPr lang="en-US" sz="35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4A58C7-8F27-90E8-B264-ADE2E9E1B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916" y="2457314"/>
            <a:ext cx="6754168" cy="194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741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5BD869-5611-F8A0-6B88-AB6E337E5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F0C2A9C-E1F6-9DDE-1244-D4965AB34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A4E837-FCF3-A2A4-F520-C790B54F7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8BD910-84EA-7866-7CEE-833E146F4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8FAE7A-C8C6-D71C-D6E0-EE66E06E5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42F7C9-66EB-9A2C-6995-C8C47E218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7179715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600" dirty="0">
                <a:solidFill>
                  <a:schemeClr val="bg1"/>
                </a:solidFill>
              </a:rPr>
              <a:t>Step 3: Register form</a:t>
            </a:r>
            <a:endParaRPr lang="en-US" sz="35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011D32-C3D3-31C2-B02F-35435F1E8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662" y="1724968"/>
            <a:ext cx="6924675" cy="508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622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2FFF79-0F25-313B-33FF-364FCBFC8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14A56BA-3A3B-3E0E-5AC9-5B1201E615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B70EE6-54B6-E909-3E09-FA2418739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C5E536-30AC-CD62-0D6C-B35EFF036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7520F5-C75B-5B10-D05A-27A970C82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C861F8-689E-1300-2E58-8D2CDAD82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7179715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600" dirty="0">
                <a:solidFill>
                  <a:schemeClr val="bg1"/>
                </a:solidFill>
              </a:rPr>
              <a:t>Step 4: Register View</a:t>
            </a:r>
            <a:endParaRPr lang="en-US" sz="35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BD3322-1EE0-8BE3-6069-7729BF7E49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609"/>
          <a:stretch>
            <a:fillRect/>
          </a:stretch>
        </p:blipFill>
        <p:spPr>
          <a:xfrm>
            <a:off x="1056784" y="1655277"/>
            <a:ext cx="7030431" cy="5053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423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C3B39E-D1AC-CC8F-E90D-69C7914DC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06F83E3-72E5-4AE4-F394-94D1CCC73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F01EC7-F2A0-0F53-AAC4-70A03CD8AD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1072C7-5676-1A94-6AF8-C58E82D9AB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2BD875-597B-B291-F90B-33E6A3F2A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377290-9DF4-18A9-C36C-BC14FA27F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7179715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600" dirty="0">
                <a:solidFill>
                  <a:schemeClr val="bg1"/>
                </a:solidFill>
              </a:rPr>
              <a:t>Step 5: Login &amp; logout (built-in views)</a:t>
            </a:r>
            <a:endParaRPr lang="en-US" sz="35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5A0646-C5B1-9408-8CB3-E1F243187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962" y="1709737"/>
            <a:ext cx="6696075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665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FD1DC0-BCA1-66EB-14DA-F00D293DE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78D3C62-AA13-5189-33F8-FC5DE18C53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D7976D-0D5E-BBCC-D2B6-7A259F992F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784ADB-B235-BEA2-201E-2370AF28AF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AAD579-5EB1-12C4-085C-49C734CCDF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C7E8CA-5628-EB18-7102-9665C6766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8AE9CD0-5BE8-9D95-ADBF-205B3D1FB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A1D33B-04A5-758C-C06A-76558A24D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118" y="735106"/>
            <a:ext cx="7540322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dirty="0">
                <a:solidFill>
                  <a:srgbClr val="FFFFFF"/>
                </a:solidFill>
              </a:rPr>
              <a:t>Option B: </a:t>
            </a:r>
            <a:r>
              <a:rPr lang="en-US" dirty="0">
                <a:solidFill>
                  <a:schemeClr val="bg1"/>
                </a:solidFill>
              </a:rPr>
              <a:t>Add extra details via </a:t>
            </a:r>
            <a:r>
              <a:rPr lang="en-US" dirty="0" err="1">
                <a:solidFill>
                  <a:schemeClr val="bg1"/>
                </a:solidFill>
              </a:rPr>
              <a:t>ForeignKey</a:t>
            </a:r>
            <a:r>
              <a:rPr lang="en-US" dirty="0">
                <a:solidFill>
                  <a:schemeClr val="bg1"/>
                </a:solidFill>
              </a:rPr>
              <a:t> / </a:t>
            </a:r>
            <a:r>
              <a:rPr lang="en-US" dirty="0" err="1">
                <a:solidFill>
                  <a:schemeClr val="bg1"/>
                </a:solidFill>
              </a:rPr>
              <a:t>OneToOne</a:t>
            </a: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BEBCEAF-540C-013F-B75E-C9D39DB5E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9767" y="4765946"/>
            <a:ext cx="7293023" cy="1701542"/>
          </a:xfrm>
        </p:spPr>
        <p:txBody>
          <a:bodyPr anchor="ctr">
            <a:normAutofit/>
          </a:bodyPr>
          <a:lstStyle/>
          <a:p>
            <a:r>
              <a:rPr lang="en-US" sz="2400" dirty="0"/>
              <a:t>Use </a:t>
            </a:r>
            <a:r>
              <a:rPr lang="en-US" sz="2400" dirty="0" err="1"/>
              <a:t>OneToOneField</a:t>
            </a:r>
            <a:r>
              <a:rPr lang="en-US" sz="2400" dirty="0"/>
              <a:t> with User</a:t>
            </a:r>
          </a:p>
          <a:p>
            <a:r>
              <a:rPr lang="en-US" sz="2400" dirty="0"/>
              <a:t>Best for existing projects</a:t>
            </a:r>
          </a:p>
          <a:p>
            <a:r>
              <a:rPr lang="en-US" sz="2400" dirty="0"/>
              <a:t>Keeps default User unchanged</a:t>
            </a:r>
          </a:p>
        </p:txBody>
      </p:sp>
    </p:spTree>
    <p:extLst>
      <p:ext uri="{BB962C8B-B14F-4D97-AF65-F5344CB8AC3E}">
        <p14:creationId xmlns:p14="http://schemas.microsoft.com/office/powerpoint/2010/main" val="73725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90BEEE-2D2D-3229-9AF8-D941C2839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917674C-8FEA-4401-4F5E-B36EF5EE49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9C89D2-ABEA-C136-46A2-477D46BD16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5C8D46-7C58-61F7-D2B5-E30359E1BF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DF759D-1051-349F-528C-8BC226A31E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F70722-B45E-E3F5-78A4-772F46CE6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7179715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600" dirty="0">
                <a:solidFill>
                  <a:schemeClr val="bg1"/>
                </a:solidFill>
              </a:rPr>
              <a:t>Step 1: Create profile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97DDB3-5CD0-70B7-C1D6-9BD91FB30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479" y="1822348"/>
            <a:ext cx="5906324" cy="448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993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0D9510-5229-36F2-7268-F87383DD8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C7D611-23CF-524E-E68B-740238C3C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Step 2: Registration form (User + Profile)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D9356A-6168-2038-478A-8871CFDFD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821" y="759989"/>
            <a:ext cx="5419311" cy="5338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070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70A0E1-5D90-C60A-6BA5-CC47A9EDA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6BB002A-AF5C-F821-DFA6-E4A751978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0E330B-A7B0-185D-E19B-4BED6A2F4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2EA03D-4196-3568-4759-CE1097C4DF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B7CF80B-BFFE-8C23-B851-C137BEE4E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EFACC2-EB78-2740-2AE0-ADF1AC7A7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7179715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600" dirty="0">
                <a:solidFill>
                  <a:schemeClr val="bg1"/>
                </a:solidFill>
              </a:rPr>
              <a:t>Step 3: View</a:t>
            </a:r>
            <a:endParaRPr lang="en-US" sz="35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0CE581-52D4-B790-1413-EA98AC88A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479" y="1822348"/>
            <a:ext cx="5906324" cy="405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072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667</TotalTime>
  <Words>146</Words>
  <Application>Microsoft Office PowerPoint</Application>
  <PresentationFormat>On-screen Show (4:3)</PresentationFormat>
  <Paragraphs>24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Django Auth with Extra User Details</vt:lpstr>
      <vt:lpstr>Django Default Authentication</vt:lpstr>
      <vt:lpstr>Two Ways to Add Extra User Data</vt:lpstr>
      <vt:lpstr>Option A: Custom User Model</vt:lpstr>
      <vt:lpstr>Step 1: Create a custom user model</vt:lpstr>
      <vt:lpstr>Step 2: Tell Django to use it</vt:lpstr>
      <vt:lpstr>Step 3: Register form</vt:lpstr>
      <vt:lpstr>Step 4: Register View</vt:lpstr>
      <vt:lpstr>Step 5: Login &amp; logout (built-in views)</vt:lpstr>
      <vt:lpstr>Option B: Add extra details via ForeignKey / OneToOne</vt:lpstr>
      <vt:lpstr>Step 1: Create profile model</vt:lpstr>
      <vt:lpstr>Step 2: Registration form (User + Profile)</vt:lpstr>
      <vt:lpstr>Step 3: View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Leah</dc:creator>
  <cp:keywords/>
  <dc:description>generated using python-pptx</dc:description>
  <cp:lastModifiedBy>leah.michaels2@keemail.me</cp:lastModifiedBy>
  <cp:revision>2</cp:revision>
  <dcterms:created xsi:type="dcterms:W3CDTF">2013-01-27T09:14:16Z</dcterms:created>
  <dcterms:modified xsi:type="dcterms:W3CDTF">2025-12-31T07:36:24Z</dcterms:modified>
  <cp:category/>
</cp:coreProperties>
</file>